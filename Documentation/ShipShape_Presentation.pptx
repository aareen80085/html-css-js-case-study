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314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02920"/>
            <a:ext cx="457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566928"/>
            <a:ext cx="4480560" cy="1444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ShipShape — Marine Maintenance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Web Application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3794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Your Name / Group Name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2976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109728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 Problem Statement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Your Solution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Working (Method / Mind Map)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 Conclusion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548640" y="3931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Slides (excluding Thank-you and Introduction slide) should not be more than 4.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Problem Statement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29768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1051560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DF0F5"/>
          </a:solidFill>
          <a:ln w="12700">
            <a:solidFill>
              <a:srgbClr val="E8A0B8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111556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Boat owners rely on phone calls with no transparent, upfront pricing.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11480" y="1828800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DF0F5"/>
          </a:solidFill>
          <a:ln w="12700">
            <a:solidFill>
              <a:srgbClr val="E8A0B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89280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 No way to see nearby marina availability or technician count in real time.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11480" y="2606040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DF0F5"/>
          </a:solidFill>
          <a:ln w="12700">
            <a:solidFill>
              <a:srgbClr val="E8A0B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267004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  Service compatibility per vessel type (sailboat, yacht, jet ski) is unclear.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3383280"/>
            <a:ext cx="8321040" cy="658368"/>
          </a:xfrm>
          <a:prstGeom prst="roundRect">
            <a:avLst>
              <a:gd name="adj" fmla="val 9722"/>
            </a:avLst>
          </a:prstGeom>
          <a:solidFill>
            <a:srgbClr val="FDF0F5"/>
          </a:solidFill>
          <a:ln w="12700">
            <a:solidFill>
              <a:srgbClr val="E8A0B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3447288"/>
            <a:ext cx="81381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 No booking confirmation, receipt, or session continuity for returning users.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Your Solution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29768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20040" y="1005840"/>
            <a:ext cx="4069080" cy="1645920"/>
          </a:xfrm>
          <a:prstGeom prst="rect">
            <a:avLst/>
          </a:prstGeom>
          <a:solidFill>
            <a:srgbClr val="FDF0F5"/>
          </a:solidFill>
          <a:ln w="19050">
            <a:solidFill>
              <a:srgbClr val="A3145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320040" y="1005840"/>
            <a:ext cx="4069080" cy="292608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11480" y="104241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 Selection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135331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from Sailboat, Yacht or Jet Ski — services filter automatically per vessel type.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754880" y="1005840"/>
            <a:ext cx="4069080" cy="1645920"/>
          </a:xfrm>
          <a:prstGeom prst="rect">
            <a:avLst/>
          </a:prstGeom>
          <a:solidFill>
            <a:srgbClr val="FDF0F5"/>
          </a:solidFill>
          <a:ln w="19050">
            <a:solidFill>
              <a:srgbClr val="A3145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754880" y="1005840"/>
            <a:ext cx="4069080" cy="292608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46320" y="104241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 Map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846320" y="135331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Leaflet.js map of 5 South Florida marinas with live technician counts.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320040" y="2788920"/>
            <a:ext cx="4069080" cy="1645920"/>
          </a:xfrm>
          <a:prstGeom prst="rect">
            <a:avLst/>
          </a:prstGeom>
          <a:solidFill>
            <a:srgbClr val="FDF0F5"/>
          </a:solidFill>
          <a:ln w="19050">
            <a:solidFill>
              <a:srgbClr val="A31453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2788920"/>
            <a:ext cx="4069080" cy="292608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282549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11480" y="31363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cost: length × $4.50 + services + eco/emergency surcharges — 20% bundle discount.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754880" y="2788920"/>
            <a:ext cx="4069080" cy="1645920"/>
          </a:xfrm>
          <a:prstGeom prst="rect">
            <a:avLst/>
          </a:prstGeom>
          <a:solidFill>
            <a:srgbClr val="FDF0F5"/>
          </a:solidFill>
          <a:ln w="19050">
            <a:solidFill>
              <a:srgbClr val="A314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54880" y="2788920"/>
            <a:ext cx="4069080" cy="292608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46320" y="2825496"/>
            <a:ext cx="3886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&amp; Receipt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846320" y="3136392"/>
            <a:ext cx="388620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state saved to sessionStorage; receipt overlay generated on confirmed booking.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Working (Method / Flow)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29768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1097280"/>
            <a:ext cx="1280160" cy="137160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850392" y="850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3145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0392" y="850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371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Vessel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1728216" y="1783080"/>
            <a:ext cx="338328" cy="0"/>
          </a:xfrm>
          <a:prstGeom prst="line">
            <a:avLst/>
          </a:prstGeom>
          <a:noFill/>
          <a:ln w="31750">
            <a:solidFill>
              <a:srgbClr val="A3145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103120" y="1097280"/>
            <a:ext cx="1280160" cy="137160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42032" y="850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314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542032" y="850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2148840" y="1371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Marina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419856" y="1783080"/>
            <a:ext cx="338328" cy="0"/>
          </a:xfrm>
          <a:prstGeom prst="line">
            <a:avLst/>
          </a:prstGeom>
          <a:noFill/>
          <a:ln w="31750">
            <a:solidFill>
              <a:srgbClr val="A3145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794760" y="1097280"/>
            <a:ext cx="1280160" cy="137160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33672" y="850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314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33672" y="850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40480" y="1371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111496" y="1783080"/>
            <a:ext cx="338328" cy="0"/>
          </a:xfrm>
          <a:prstGeom prst="line">
            <a:avLst/>
          </a:prstGeom>
          <a:noFill/>
          <a:ln w="31750">
            <a:solidFill>
              <a:srgbClr val="A3145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1097280"/>
            <a:ext cx="1280160" cy="137160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925312" y="850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3145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925312" y="850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5532120" y="1371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803136" y="1783080"/>
            <a:ext cx="338328" cy="0"/>
          </a:xfrm>
          <a:prstGeom prst="line">
            <a:avLst/>
          </a:prstGeom>
          <a:noFill/>
          <a:ln w="31750">
            <a:solidFill>
              <a:srgbClr val="A3145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78040" y="1097280"/>
            <a:ext cx="1280160" cy="137160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16952" y="850392"/>
            <a:ext cx="402336" cy="402336"/>
          </a:xfrm>
          <a:prstGeom prst="ellipse">
            <a:avLst/>
          </a:prstGeom>
          <a:solidFill>
            <a:srgbClr val="FFFFFF"/>
          </a:solidFill>
          <a:ln w="25400">
            <a:solidFill>
              <a:srgbClr val="A3145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616952" y="85039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223760" y="1371600"/>
            <a:ext cx="1188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Confirm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1371600" y="2834640"/>
            <a:ext cx="6400800" cy="1051560"/>
          </a:xfrm>
          <a:prstGeom prst="rect">
            <a:avLst/>
          </a:prstGeom>
          <a:solidFill>
            <a:srgbClr val="FDF0F5"/>
          </a:solidFill>
          <a:ln w="19050">
            <a:solidFill>
              <a:srgbClr val="A31453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463040" y="2907792"/>
            <a:ext cx="6217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D1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Booking Confirmed — Receipt generated with itemised cost breakdown, email, vessel, marina &amp; plan details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A314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Conclusion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55280" y="4297680"/>
            <a:ext cx="822960" cy="82296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11480" y="1051560"/>
            <a:ext cx="292608" cy="50292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051560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22960" y="1051560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ShipShape delivers a complete, client-side marine maintenance booking experience — no back-end required.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11480" y="1709928"/>
            <a:ext cx="292608" cy="50292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709928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170992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pricing engine (length + services + surcharges + bundle discount) updates in real time.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368296"/>
            <a:ext cx="292608" cy="50292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11480" y="2368296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22960" y="2368296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Leaflet.js map with 5 South Florida marinas enforces explicit location selection before booking.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11480" y="3026664"/>
            <a:ext cx="292608" cy="50292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11480" y="3026664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3026664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storage preserves the full booking state across the login redirect for a seamless flow.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411480" y="3685032"/>
            <a:ext cx="292608" cy="502920"/>
          </a:xfrm>
          <a:prstGeom prst="rect">
            <a:avLst/>
          </a:prstGeom>
          <a:solidFill>
            <a:srgbClr val="A31453"/>
          </a:solidFill>
          <a:ln w="12700">
            <a:solidFill>
              <a:srgbClr val="A3145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11480" y="3685032"/>
            <a:ext cx="2926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822960" y="3685032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HTML5, CSS3 and vanilla JavaScript — lightweight, deployable as a static site.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A314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0" y="502920"/>
            <a:ext cx="45720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31720" y="566928"/>
            <a:ext cx="4480560" cy="14447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8346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ShipShape — Marine Maintenance Booking Web Application</dc:title>
  <dc:subject>PptxGenJS Presentation</dc:subject>
  <dc:creator>PptxGenJS</dc:creator>
  <cp:lastModifiedBy>PptxGenJS</cp:lastModifiedBy>
  <cp:revision>1</cp:revision>
  <dcterms:created xsi:type="dcterms:W3CDTF">2026-03-14T12:49:59Z</dcterms:created>
  <dcterms:modified xsi:type="dcterms:W3CDTF">2026-03-14T12:49:59Z</dcterms:modified>
</cp:coreProperties>
</file>